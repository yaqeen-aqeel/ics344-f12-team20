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502920"/>
            <a:ext cx="1280160" cy="128016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5486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DVSA Vulnerability Discovery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&amp; Remediation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CD4"/>
                </a:solidFill>
              </a:rPr>
              <a:t>ICS-344: Information Security — Course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45920" y="3337560"/>
            <a:ext cx="256032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Shorooq Abuzaid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202257840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3337560"/>
            <a:ext cx="256032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Yaqin Shawkan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202255400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KFUPM — Term 252  |  April 27, 2026  |  AWS Region: us-east-1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DVSA?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OWASP Damn Vulnerable Serverless Application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Frontend: S3 static website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Backend: API Gateway + Lambda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Database: DynamoDB + S3 + SQS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Auth: Amazon Cognito + JWT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Monitoring: CloudWatch + CloudTrail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Region: us-east-1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658368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658368"/>
            <a:ext cx="402336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658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Scope &amp; Deliverables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115568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10 Official Vulnerabilities Covered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All 10 official DVSA lessons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Each: exploited + fixed + verified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Deliverables: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Full Written Report (PDF)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Presentation Slides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GitHub Repository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• Demo Video Recording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005072"/>
            <a:ext cx="2011680" cy="8046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4005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74320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Vulnerabilities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50592" y="4005072"/>
            <a:ext cx="2011680" cy="8046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50592" y="4005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50592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Fixed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4005072"/>
            <a:ext cx="201168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4005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26864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Principles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4005072"/>
            <a:ext cx="201168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03136" y="4005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AWS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03136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Serverless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</a:rPr>
              <a:t>Vulnerability Map — All 10 Official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58368"/>
            <a:ext cx="1645920" cy="3200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8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04241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Unhandled Exceptions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47672" y="65836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47672" y="658368"/>
            <a:ext cx="1645920" cy="3200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658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20824" y="104241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Over-Privileged Function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12464" y="65836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2464" y="658368"/>
            <a:ext cx="1645920" cy="3200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658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85616" y="104241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Vulnerable Dependencies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77256" y="65836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77256" y="658368"/>
            <a:ext cx="1645920" cy="3200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658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50408" y="104241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Sensitive Info Disclosure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42048" y="65836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42048" y="658368"/>
            <a:ext cx="1645920" cy="3200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658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104241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Event Injection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253288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532888"/>
            <a:ext cx="1645920" cy="3200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2532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" y="291693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Broken Authentication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47672" y="253288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947672" y="2532888"/>
            <a:ext cx="1645920" cy="3200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47672" y="2532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20824" y="291693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Insecure Cloud Config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12464" y="253288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12464" y="2532888"/>
            <a:ext cx="1645920" cy="3200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2532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85616" y="291693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Broken Access Control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77256" y="253288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77256" y="2532888"/>
            <a:ext cx="1645920" cy="3200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77256" y="2532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50408" y="291693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Race Condition (Logic)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42048" y="2532888"/>
            <a:ext cx="1645920" cy="1719072"/>
          </a:xfrm>
          <a:prstGeom prst="rect">
            <a:avLst/>
          </a:prstGeom>
          <a:solidFill>
            <a:srgbClr val="1A2744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42048" y="2532888"/>
            <a:ext cx="1645920" cy="3200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2532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0" y="2916936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Denial of Service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2880" y="4663440"/>
            <a:ext cx="201168" cy="14630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" y="46451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0" y="4663440"/>
            <a:ext cx="201168" cy="14630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75688" y="4645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Unhandled Exceptions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Lambda handler lacks try/catch block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Malformed/empty JSON sent via curl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Backend crashes → full stack trace logged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Exposes: file paths, line numbers, error types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 auth required to trigger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Evidence: CloudWatch shows TypeErrors + /var/task/order-manager.js:13:38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Wrap entire handler in try/catch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Catch block logs details internally to CloudWatch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Return generic { message: 'An error occurred' } to client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Add input validation at handler entry point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Verified: malformed requests no longer expose traces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Legitimate requests still work correctly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Over-Privileged Function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DVSA-SEND-RECEIPT-EMAIL role examined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AmazonSESFullAccess (full SES admin)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S3 policy: arn:aws:s3:::* (ALL buckets)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DynamoDB policy: table/* (ALL tables)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IAM Policy Simulator: all 6 actions Allowed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Blast radius: account-wide breach if compromised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Removed AmazonSESFullAccess → ses:SendEmail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S3 restricted to dvsa-website bucket ARN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DynamoDB restricted to DVSA-ORDERS-DB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Policy Simulator re-run: all 6 actions now DENIED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Receipt email workflow still works correctly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Principle of Least Privilege enforced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Vulnerable Dependencies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DVSA-ORDER-MANAGER uses node-serialize library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node-serialize evaluates JS functions — unlike JSON.parse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Payload with _$$ND_FUNC$$_ marker triggers execution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Attacker sends crafted JSON to API endpoint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Arbitrary JS runs inside Lambda runtime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 authentication required to exploit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Removed node-serialize from dependencies entirely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Replaced serialize.unserialize() with JSON.parse()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Added allowlist validation for action field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Removed from package.json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Function marker payload no longer executes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CloudWatch: no code execution on re-test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Sensitive Information Disclosure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Orders API response includes confirmationToken field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Token is used as part of the S3 receipt file path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Any authenticated user can list all files in receipts bucket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Attacker constructs path and downloads any receipt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Receipt contains: name, address, items, total price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 authorization check on S3 file access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Removed 'token': i['confirmationToken'] from get-orders.py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Fix applied in BOTH loops (first loop + while loop)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Receipt access requires separate authorized endpoint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Orders API returns only: order-id, date, total, status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S3 path can no longer be derived from API response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Legitimate orders workflow still works correctly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Event Injection  (also covers L9)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node-serialize processes attacker-controlled input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Payload injected via curl through API Gateway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JS function writes /tmp/pwned.txt on Lambda filesystem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Reads file back and logs: FILE READ SUCCESS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Proves arbitrary code execution — no auth required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Terminal shows 'Internal server error' — attack still succeeded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Removed node-serialize → replaced with JSON.parse()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Allowlist validation added for all incoming fields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Injection payload sent again after fix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CloudWatch search for 'FILE READ SUCCESS': No events found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Input treated as plain data, invalid action rejected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Normal orders still complete successfully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Broken Authentication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Backend decodes JWT payload but NEVER verifies signature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Attacker captures Token_B, decodes username/sub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Python script replaces username/sub with victim's identity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Forged token reuses original header + original signature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Backend accepts forged token → returns User C's orders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Full account impersonation achieved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Added verifyCognitoJwt() helper function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Fetches Cognito JWKS public keys at runtime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jose.JWS.createVerify() validates signature cryptographically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Validates issuer (iss) and expiration (exp) claims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Forged token now: { status: err, msg: invalid token }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Genuine tokens still return correct user's orders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Insecure Cloud Configuration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S3 receipts bucket has no write restriction policy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Block Public Access was fully disabled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aws s3 cp succeeded without any auth error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Malicious file uploaded directly to receipts bucket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Upload triggers DVSA-SEND-RECEIPT-EMAIL Lambda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Attacker injects arbitrary files into backend pipeline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Enabled Block Public Access (all 4 settings = true)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Added bucket policy: DenyAllExceptLambda statement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s3:PutObject allowed ONLY from specific Lambda role ARN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Re-test: aws s3 cp returns AccessDenied error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Legitimate receipt workflow still writes files correctly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CloudWatch confirms: 403 Forbidden on unauthorized uploads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Broken Access Control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complete action in DVSA-ORDER-MANAGER has no admin check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Regular user token used to call complete action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Order status changed: 100 (new) → 120 (paid)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Response: { msg: 'order completed successfully' }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Payment bypassed entirely — financial fraud possible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Any authenticated user can finalize orders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Added isAdmin check in complete case handler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Checks Cognito group membership before DVSA-ORDER-COMPLETE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Non-admin receives 403 Forbidden: { message: Unauthorized }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Admin account tested: order completion still works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Role-based authorization enforced at Lambda level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Server-side check — cannot be bypassed client-side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Logic Vulnerability / Race Condition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Billing and shipping update sent simultaneously (bash &amp;)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Billing reads item list (qty=1) and charges $68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Concurrent shipping update changes qty to 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 order lock during the billing window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Final state: paid for 1 item, order contains 5 items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Financial fraud through timing exploit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DynamoDB conditional write: status → 115 at billing start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ConditionExpression: orderStatus &lt; 120 (one billing only)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update_order.py rejects modifications when status ≥ 115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Race condition re-run: concurrent update BLOCKED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orderStatus stays 115 with itemList unchanged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Normal billing still completes successfully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7315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Denial of Service (DoS)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Vulnerability &amp; Exploit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 rate limiting on billing endpoint in API Gateway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 reserved concurrency on DVSA-ORDER-MANAGER Lambda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Script sends 50 concurrent billing requests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Backend flooded: mix of 500 errors and timeouts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CloudWatch: 28 and 35 throttle events observed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Legitimate users cannot complete checkout during attack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658368"/>
            <a:ext cx="411480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Fix &amp;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Created API Gateway Usage Plan: dvsa-rate-limit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Throttle: 10 req/sec, burst limit: 20, quota: 10k/month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Attached usage plan to DVSA Stage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Reserved concurrency documented (account limit constraint)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Post-fix: legitimate orders return {status: ok}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Single client can no longer exhaust the service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</a:rPr>
              <a:t>Key Security Principles Learned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749808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7592" y="749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1435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Least Privilege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7556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Every Lambda role should have only the minimum permissions. Wildcards in S3/DynamoDB policies dramatically increase blast radius.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658368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33672" y="749808"/>
            <a:ext cx="640080" cy="64008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749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73552" y="1435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2F2F"/>
                </a:solidFill>
              </a:rPr>
              <a:t>Input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73552" y="17556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Never trust attacker-controlled input. Validate before parsing. Use JSON.parse() — never eval-capable libraries like node-serialize.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08192" y="658368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59752" y="749808"/>
            <a:ext cx="640080" cy="64008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749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99632" y="1435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C00"/>
                </a:solidFill>
              </a:rPr>
              <a:t>Verify Signatures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9632" y="17556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JWT tokens must be cryptographically verified — not just decoded. Signature verification is the only real proof of authenticity.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807208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07592" y="2898648"/>
            <a:ext cx="640080" cy="6400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2898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7472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8E3C"/>
                </a:solidFill>
              </a:rPr>
              <a:t>Defense in Depth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90448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Apply security at every layer: API Gateway, Lambda authorization checks, IAM least privilege, and S3 bucket policies.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82112" y="2807208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33672" y="2898648"/>
            <a:ext cx="640080" cy="6400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2898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73552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Atomic Operations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73552" y="390448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Race conditions require atomic conditional writes. Lock state before reading critical data to prevent concurrent abuse.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08192" y="2807208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59752" y="2898648"/>
            <a:ext cx="640080" cy="64008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9752" y="2898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99632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6E7A"/>
                </a:solidFill>
              </a:rPr>
              <a:t>Least Information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9632" y="390448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Never expose internal error details to clients. Stack traces and file paths help attackers. Generic errors protect the system.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CD4"/>
                </a:solidFill>
              </a:rPr>
              <a:t>Summary — All 10 Vulnerabilities at a Glance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594360"/>
          <a:ext cx="8686800" cy="4251960"/>
        </p:xfrm>
        <a:graphic>
          <a:graphicData uri="http://schemas.openxmlformats.org/drawingml/2006/table">
            <a:tbl>
              <a:tblPr/>
              <a:tblGrid>
                <a:gridCol w="475488"/>
                <a:gridCol w="1536192"/>
                <a:gridCol w="1828800"/>
                <a:gridCol w="2331720"/>
                <a:gridCol w="685800"/>
              </a:tblGrid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Vulnerability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Fix Applied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Unhandled Exceptions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DVSA-ORDER-MANAGER Lambda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try/catch + generic error msg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Over-Privileged Function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DVSA-SEND-RECEIPT-EMAIL Role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Least-privilege custom policies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Vulnerable Dependencies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node-serialize library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Replaced with JSON.parse()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Sensitive Info Disclosure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DVSA-ORDER-ORDERS Lambda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Removed confirmationToken from API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Event Injection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ORDER-MANAGER + node-serialize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Remove library + input validation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Broken Authentication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JWT in order-manager.js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Cognito JWKS signature verification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Insecure Cloud Config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S3 Receipts Bucket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Block Public Access + deny policy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Broken Access Control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complete action in Lambda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Admin group check before completion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Race Condition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DVSA-ORDER-BILLING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DynamoDB conditional write lock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Denial of Service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API Gateway + Lambda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Usage Plan rate limiting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✔ Fixed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CD4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42316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6334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10 Vulnerabilities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449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Found, Exploited &amp; Fixed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2606040"/>
            <a:ext cx="242316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26334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KFUPM ICS-344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73552" y="30449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Term 252 — April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98464" y="2606040"/>
            <a:ext cx="242316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98464" y="26334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GitHub Repo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98464" y="30449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 code &amp; 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Shorooq Abuzaid (202257840)  |  Yaqin Shawkan (202255400)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ICS-344 Information Security  •  KFUPM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DVSA Vulnerability Discovery and Remediation</dc:title>
  <dc:subject>PptxGenJS Presentation</dc:subject>
  <dc:creator>Shorooq Abuzaid &amp; Yaqin Shawkan</dc:creator>
  <cp:lastModifiedBy>Shorooq Abuzaid &amp; Yaqin Shawkan</cp:lastModifiedBy>
  <cp:revision>1</cp:revision>
  <dcterms:created xsi:type="dcterms:W3CDTF">2026-05-04T09:54:55Z</dcterms:created>
  <dcterms:modified xsi:type="dcterms:W3CDTF">2026-05-04T09:54:55Z</dcterms:modified>
</cp:coreProperties>
</file>